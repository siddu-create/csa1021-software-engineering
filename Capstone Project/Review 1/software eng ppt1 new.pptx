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sldIdLst>
    <p:sldId id="256" r:id="rId2"/>
    <p:sldId id="257" r:id="rId3"/>
    <p:sldId id="258" r:id="rId4"/>
    <p:sldId id="259" r:id="rId5"/>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5987" autoAdjust="0"/>
    <p:restoredTop sz="94660"/>
  </p:normalViewPr>
  <p:slideViewPr>
    <p:cSldViewPr snapToGrid="0">
      <p:cViewPr varScale="1">
        <p:scale>
          <a:sx n="77" d="100"/>
          <a:sy n="77" d="100"/>
        </p:scale>
        <p:origin x="826" y="58"/>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theme" Target="theme/theme1.xml"/><Relationship Id="rId3" Type="http://schemas.openxmlformats.org/officeDocument/2006/relationships/slide" Target="slides/slide2.xml"/><Relationship Id="rId7" Type="http://schemas.openxmlformats.org/officeDocument/2006/relationships/viewProps" Target="viewProps.xml"/><Relationship Id="rId2" Type="http://schemas.openxmlformats.org/officeDocument/2006/relationships/slide" Target="slides/slide1.xml"/><Relationship Id="rId1" Type="http://schemas.openxmlformats.org/officeDocument/2006/relationships/slideMaster" Target="slideMasters/slideMaster1.xml"/><Relationship Id="rId6" Type="http://schemas.openxmlformats.org/officeDocument/2006/relationships/presProps" Target="presProps.xml"/><Relationship Id="rId5" Type="http://schemas.openxmlformats.org/officeDocument/2006/relationships/slide" Target="slides/slide4.xml"/><Relationship Id="rId4" Type="http://schemas.openxmlformats.org/officeDocument/2006/relationships/slide" Target="slides/slide3.xml"/><Relationship Id="rId9" Type="http://schemas.openxmlformats.org/officeDocument/2006/relationships/tableStyles" Target="tableStyles.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5B37307-7CF3-AA50-79E8-F913F8723F28}"/>
              </a:ext>
            </a:extLst>
          </p:cNvPr>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endParaRPr lang="en-IN"/>
          </a:p>
        </p:txBody>
      </p:sp>
      <p:sp>
        <p:nvSpPr>
          <p:cNvPr id="3" name="Subtitle 2">
            <a:extLst>
              <a:ext uri="{FF2B5EF4-FFF2-40B4-BE49-F238E27FC236}">
                <a16:creationId xmlns:a16="http://schemas.microsoft.com/office/drawing/2014/main" id="{6F845FD5-573C-8EB1-05AF-644104F1E92D}"/>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en-IN"/>
          </a:p>
        </p:txBody>
      </p:sp>
      <p:sp>
        <p:nvSpPr>
          <p:cNvPr id="4" name="Date Placeholder 3">
            <a:extLst>
              <a:ext uri="{FF2B5EF4-FFF2-40B4-BE49-F238E27FC236}">
                <a16:creationId xmlns:a16="http://schemas.microsoft.com/office/drawing/2014/main" id="{98220D99-B1B8-AA2E-CC44-3C4658FF91AC}"/>
              </a:ext>
            </a:extLst>
          </p:cNvPr>
          <p:cNvSpPr>
            <a:spLocks noGrp="1"/>
          </p:cNvSpPr>
          <p:nvPr>
            <p:ph type="dt" sz="half" idx="10"/>
          </p:nvPr>
        </p:nvSpPr>
        <p:spPr/>
        <p:txBody>
          <a:bodyPr/>
          <a:lstStyle/>
          <a:p>
            <a:fld id="{BF129C28-3F29-40E4-A4E9-2B23A4C57525}" type="datetimeFigureOut">
              <a:rPr lang="en-IN" smtClean="0"/>
              <a:t>24-10-2026</a:t>
            </a:fld>
            <a:endParaRPr lang="en-IN"/>
          </a:p>
        </p:txBody>
      </p:sp>
      <p:sp>
        <p:nvSpPr>
          <p:cNvPr id="5" name="Footer Placeholder 4">
            <a:extLst>
              <a:ext uri="{FF2B5EF4-FFF2-40B4-BE49-F238E27FC236}">
                <a16:creationId xmlns:a16="http://schemas.microsoft.com/office/drawing/2014/main" id="{AE73D077-3050-D706-EE01-5E90B8AC5434}"/>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8D5F8FC2-C32F-F2A4-BFAE-B0653B246323}"/>
              </a:ext>
            </a:extLst>
          </p:cNvPr>
          <p:cNvSpPr>
            <a:spLocks noGrp="1"/>
          </p:cNvSpPr>
          <p:nvPr>
            <p:ph type="sldNum" sz="quarter" idx="12"/>
          </p:nvPr>
        </p:nvSpPr>
        <p:spPr/>
        <p:txBody>
          <a:bodyPr/>
          <a:lstStyle/>
          <a:p>
            <a:fld id="{D4ADD9A2-9D33-47C3-AD81-9F773F4162D1}" type="slidenum">
              <a:rPr lang="en-IN" smtClean="0"/>
              <a:t>‹#›</a:t>
            </a:fld>
            <a:endParaRPr lang="en-IN"/>
          </a:p>
        </p:txBody>
      </p:sp>
    </p:spTree>
    <p:extLst>
      <p:ext uri="{BB962C8B-B14F-4D97-AF65-F5344CB8AC3E}">
        <p14:creationId xmlns:p14="http://schemas.microsoft.com/office/powerpoint/2010/main" val="1058250181"/>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0A23548-02EB-3924-57C3-4D97A50BD884}"/>
              </a:ext>
            </a:extLst>
          </p:cNvPr>
          <p:cNvSpPr>
            <a:spLocks noGrp="1"/>
          </p:cNvSpPr>
          <p:nvPr>
            <p:ph type="title"/>
          </p:nvPr>
        </p:nvSpPr>
        <p:spPr/>
        <p:txBody>
          <a:bodyPr/>
          <a:lstStyle/>
          <a:p>
            <a:r>
              <a:rPr lang="en-US"/>
              <a:t>Click to edit Master title style</a:t>
            </a:r>
            <a:endParaRPr lang="en-IN"/>
          </a:p>
        </p:txBody>
      </p:sp>
      <p:sp>
        <p:nvSpPr>
          <p:cNvPr id="3" name="Content Placeholder 2">
            <a:extLst>
              <a:ext uri="{FF2B5EF4-FFF2-40B4-BE49-F238E27FC236}">
                <a16:creationId xmlns:a16="http://schemas.microsoft.com/office/drawing/2014/main" id="{6C17428C-27A6-D430-55BE-3BED5AB7D3F0}"/>
              </a:ext>
            </a:extLst>
          </p:cNvPr>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a16="http://schemas.microsoft.com/office/drawing/2014/main" id="{34866478-589F-AA30-5746-D4228209EAF5}"/>
              </a:ext>
            </a:extLst>
          </p:cNvPr>
          <p:cNvSpPr>
            <a:spLocks noGrp="1"/>
          </p:cNvSpPr>
          <p:nvPr>
            <p:ph type="dt" sz="half" idx="10"/>
          </p:nvPr>
        </p:nvSpPr>
        <p:spPr/>
        <p:txBody>
          <a:bodyPr/>
          <a:lstStyle/>
          <a:p>
            <a:fld id="{BF129C28-3F29-40E4-A4E9-2B23A4C57525}" type="datetimeFigureOut">
              <a:rPr lang="en-IN" smtClean="0"/>
              <a:t>24-10-2026</a:t>
            </a:fld>
            <a:endParaRPr lang="en-IN"/>
          </a:p>
        </p:txBody>
      </p:sp>
      <p:sp>
        <p:nvSpPr>
          <p:cNvPr id="5" name="Footer Placeholder 4">
            <a:extLst>
              <a:ext uri="{FF2B5EF4-FFF2-40B4-BE49-F238E27FC236}">
                <a16:creationId xmlns:a16="http://schemas.microsoft.com/office/drawing/2014/main" id="{832A1E5E-7420-E4A5-A19B-C675B42B1F58}"/>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2AC657CF-2A36-B01E-1B48-682CE1ADDC23}"/>
              </a:ext>
            </a:extLst>
          </p:cNvPr>
          <p:cNvSpPr>
            <a:spLocks noGrp="1"/>
          </p:cNvSpPr>
          <p:nvPr>
            <p:ph type="sldNum" sz="quarter" idx="12"/>
          </p:nvPr>
        </p:nvSpPr>
        <p:spPr/>
        <p:txBody>
          <a:bodyPr/>
          <a:lstStyle/>
          <a:p>
            <a:fld id="{D4ADD9A2-9D33-47C3-AD81-9F773F4162D1}" type="slidenum">
              <a:rPr lang="en-IN" smtClean="0"/>
              <a:t>‹#›</a:t>
            </a:fld>
            <a:endParaRPr lang="en-IN"/>
          </a:p>
        </p:txBody>
      </p:sp>
    </p:spTree>
    <p:extLst>
      <p:ext uri="{BB962C8B-B14F-4D97-AF65-F5344CB8AC3E}">
        <p14:creationId xmlns:p14="http://schemas.microsoft.com/office/powerpoint/2010/main" val="2380189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0659DBF-5C05-AE79-6F53-01016B109767}"/>
              </a:ext>
            </a:extLst>
          </p:cNvPr>
          <p:cNvSpPr>
            <a:spLocks noGrp="1"/>
          </p:cNvSpPr>
          <p:nvPr>
            <p:ph type="title"/>
          </p:nvPr>
        </p:nvSpPr>
        <p:spPr>
          <a:xfrm>
            <a:off x="831850" y="1709738"/>
            <a:ext cx="10515600" cy="2852737"/>
          </a:xfrm>
        </p:spPr>
        <p:txBody>
          <a:bodyPr anchor="b"/>
          <a:lstStyle>
            <a:lvl1pPr>
              <a:defRPr sz="6000"/>
            </a:lvl1pPr>
          </a:lstStyle>
          <a:p>
            <a:r>
              <a:rPr lang="en-US"/>
              <a:t>Click to edit Master title style</a:t>
            </a:r>
            <a:endParaRPr lang="en-IN"/>
          </a:p>
        </p:txBody>
      </p:sp>
      <p:sp>
        <p:nvSpPr>
          <p:cNvPr id="3" name="Text Placeholder 2">
            <a:extLst>
              <a:ext uri="{FF2B5EF4-FFF2-40B4-BE49-F238E27FC236}">
                <a16:creationId xmlns:a16="http://schemas.microsoft.com/office/drawing/2014/main" id="{960BE972-A0B0-DDDB-FC62-F9F9F97B64A2}"/>
              </a:ext>
            </a:extLst>
          </p:cNvPr>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Click to edit Master text styles</a:t>
            </a:r>
          </a:p>
        </p:txBody>
      </p:sp>
      <p:sp>
        <p:nvSpPr>
          <p:cNvPr id="4" name="Date Placeholder 3">
            <a:extLst>
              <a:ext uri="{FF2B5EF4-FFF2-40B4-BE49-F238E27FC236}">
                <a16:creationId xmlns:a16="http://schemas.microsoft.com/office/drawing/2014/main" id="{E85A2B4D-C9EA-52AB-5DB1-3EF995FC70EB}"/>
              </a:ext>
            </a:extLst>
          </p:cNvPr>
          <p:cNvSpPr>
            <a:spLocks noGrp="1"/>
          </p:cNvSpPr>
          <p:nvPr>
            <p:ph type="dt" sz="half" idx="10"/>
          </p:nvPr>
        </p:nvSpPr>
        <p:spPr/>
        <p:txBody>
          <a:bodyPr/>
          <a:lstStyle/>
          <a:p>
            <a:fld id="{BF129C28-3F29-40E4-A4E9-2B23A4C57525}" type="datetimeFigureOut">
              <a:rPr lang="en-IN" smtClean="0"/>
              <a:t>24-10-2026</a:t>
            </a:fld>
            <a:endParaRPr lang="en-IN"/>
          </a:p>
        </p:txBody>
      </p:sp>
      <p:sp>
        <p:nvSpPr>
          <p:cNvPr id="5" name="Footer Placeholder 4">
            <a:extLst>
              <a:ext uri="{FF2B5EF4-FFF2-40B4-BE49-F238E27FC236}">
                <a16:creationId xmlns:a16="http://schemas.microsoft.com/office/drawing/2014/main" id="{84ADDCB7-7F6B-BDAF-42FE-AEC4C223D87C}"/>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0EA8430A-B67A-FB50-F872-8DDB4F22B0F9}"/>
              </a:ext>
            </a:extLst>
          </p:cNvPr>
          <p:cNvSpPr>
            <a:spLocks noGrp="1"/>
          </p:cNvSpPr>
          <p:nvPr>
            <p:ph type="sldNum" sz="quarter" idx="12"/>
          </p:nvPr>
        </p:nvSpPr>
        <p:spPr/>
        <p:txBody>
          <a:bodyPr/>
          <a:lstStyle/>
          <a:p>
            <a:fld id="{D4ADD9A2-9D33-47C3-AD81-9F773F4162D1}" type="slidenum">
              <a:rPr lang="en-IN" smtClean="0"/>
              <a:t>‹#›</a:t>
            </a:fld>
            <a:endParaRPr lang="en-IN"/>
          </a:p>
        </p:txBody>
      </p:sp>
    </p:spTree>
    <p:extLst>
      <p:ext uri="{BB962C8B-B14F-4D97-AF65-F5344CB8AC3E}">
        <p14:creationId xmlns:p14="http://schemas.microsoft.com/office/powerpoint/2010/main" val="2255301380"/>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F186F78-C8EE-7513-C327-F5367D111BCA}"/>
              </a:ext>
            </a:extLst>
          </p:cNvPr>
          <p:cNvSpPr>
            <a:spLocks noGrp="1"/>
          </p:cNvSpPr>
          <p:nvPr>
            <p:ph type="title"/>
          </p:nvPr>
        </p:nvSpPr>
        <p:spPr/>
        <p:txBody>
          <a:bodyPr/>
          <a:lstStyle/>
          <a:p>
            <a:r>
              <a:rPr lang="en-US"/>
              <a:t>Click to edit Master title style</a:t>
            </a:r>
            <a:endParaRPr lang="en-IN"/>
          </a:p>
        </p:txBody>
      </p:sp>
      <p:sp>
        <p:nvSpPr>
          <p:cNvPr id="3" name="Content Placeholder 2">
            <a:extLst>
              <a:ext uri="{FF2B5EF4-FFF2-40B4-BE49-F238E27FC236}">
                <a16:creationId xmlns:a16="http://schemas.microsoft.com/office/drawing/2014/main" id="{F471D7A5-93E4-EEA8-07ED-A4C7A8B09B22}"/>
              </a:ext>
            </a:extLst>
          </p:cNvPr>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Content Placeholder 3">
            <a:extLst>
              <a:ext uri="{FF2B5EF4-FFF2-40B4-BE49-F238E27FC236}">
                <a16:creationId xmlns:a16="http://schemas.microsoft.com/office/drawing/2014/main" id="{05814352-7FBE-1B4D-B8F2-61607899114D}"/>
              </a:ext>
            </a:extLst>
          </p:cNvPr>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5" name="Date Placeholder 4">
            <a:extLst>
              <a:ext uri="{FF2B5EF4-FFF2-40B4-BE49-F238E27FC236}">
                <a16:creationId xmlns:a16="http://schemas.microsoft.com/office/drawing/2014/main" id="{A9908FB6-5240-8A33-C20D-C6E42E194086}"/>
              </a:ext>
            </a:extLst>
          </p:cNvPr>
          <p:cNvSpPr>
            <a:spLocks noGrp="1"/>
          </p:cNvSpPr>
          <p:nvPr>
            <p:ph type="dt" sz="half" idx="10"/>
          </p:nvPr>
        </p:nvSpPr>
        <p:spPr/>
        <p:txBody>
          <a:bodyPr/>
          <a:lstStyle/>
          <a:p>
            <a:fld id="{BF129C28-3F29-40E4-A4E9-2B23A4C57525}" type="datetimeFigureOut">
              <a:rPr lang="en-IN" smtClean="0"/>
              <a:t>24-10-2026</a:t>
            </a:fld>
            <a:endParaRPr lang="en-IN"/>
          </a:p>
        </p:txBody>
      </p:sp>
      <p:sp>
        <p:nvSpPr>
          <p:cNvPr id="6" name="Footer Placeholder 5">
            <a:extLst>
              <a:ext uri="{FF2B5EF4-FFF2-40B4-BE49-F238E27FC236}">
                <a16:creationId xmlns:a16="http://schemas.microsoft.com/office/drawing/2014/main" id="{E13E17F4-B7B0-AA3B-32F1-7DDFBC08D07F}"/>
              </a:ext>
            </a:extLst>
          </p:cNvPr>
          <p:cNvSpPr>
            <a:spLocks noGrp="1"/>
          </p:cNvSpPr>
          <p:nvPr>
            <p:ph type="ftr" sz="quarter" idx="11"/>
          </p:nvPr>
        </p:nvSpPr>
        <p:spPr/>
        <p:txBody>
          <a:bodyPr/>
          <a:lstStyle/>
          <a:p>
            <a:endParaRPr lang="en-IN"/>
          </a:p>
        </p:txBody>
      </p:sp>
      <p:sp>
        <p:nvSpPr>
          <p:cNvPr id="7" name="Slide Number Placeholder 6">
            <a:extLst>
              <a:ext uri="{FF2B5EF4-FFF2-40B4-BE49-F238E27FC236}">
                <a16:creationId xmlns:a16="http://schemas.microsoft.com/office/drawing/2014/main" id="{EF72F766-AF45-23C3-9249-8382AD3B329B}"/>
              </a:ext>
            </a:extLst>
          </p:cNvPr>
          <p:cNvSpPr>
            <a:spLocks noGrp="1"/>
          </p:cNvSpPr>
          <p:nvPr>
            <p:ph type="sldNum" sz="quarter" idx="12"/>
          </p:nvPr>
        </p:nvSpPr>
        <p:spPr/>
        <p:txBody>
          <a:bodyPr/>
          <a:lstStyle/>
          <a:p>
            <a:fld id="{D4ADD9A2-9D33-47C3-AD81-9F773F4162D1}" type="slidenum">
              <a:rPr lang="en-IN" smtClean="0"/>
              <a:t>‹#›</a:t>
            </a:fld>
            <a:endParaRPr lang="en-IN"/>
          </a:p>
        </p:txBody>
      </p:sp>
    </p:spTree>
    <p:extLst>
      <p:ext uri="{BB962C8B-B14F-4D97-AF65-F5344CB8AC3E}">
        <p14:creationId xmlns:p14="http://schemas.microsoft.com/office/powerpoint/2010/main" val="2436597263"/>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F15FF5F-ECAD-B56B-A57D-8457E15C9502}"/>
              </a:ext>
            </a:extLst>
          </p:cNvPr>
          <p:cNvSpPr>
            <a:spLocks noGrp="1"/>
          </p:cNvSpPr>
          <p:nvPr>
            <p:ph type="title"/>
          </p:nvPr>
        </p:nvSpPr>
        <p:spPr>
          <a:xfrm>
            <a:off x="839788" y="365125"/>
            <a:ext cx="10515600" cy="1325563"/>
          </a:xfrm>
        </p:spPr>
        <p:txBody>
          <a:bodyPr/>
          <a:lstStyle/>
          <a:p>
            <a:r>
              <a:rPr lang="en-US"/>
              <a:t>Click to edit Master title style</a:t>
            </a:r>
            <a:endParaRPr lang="en-IN"/>
          </a:p>
        </p:txBody>
      </p:sp>
      <p:sp>
        <p:nvSpPr>
          <p:cNvPr id="3" name="Text Placeholder 2">
            <a:extLst>
              <a:ext uri="{FF2B5EF4-FFF2-40B4-BE49-F238E27FC236}">
                <a16:creationId xmlns:a16="http://schemas.microsoft.com/office/drawing/2014/main" id="{E9E1E858-D9D3-565D-3796-1FC2802CC2C2}"/>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a:extLst>
              <a:ext uri="{FF2B5EF4-FFF2-40B4-BE49-F238E27FC236}">
                <a16:creationId xmlns:a16="http://schemas.microsoft.com/office/drawing/2014/main" id="{4BCB0691-DE35-9F67-D814-6D646CF80CB6}"/>
              </a:ext>
            </a:extLst>
          </p:cNvPr>
          <p:cNvSpPr>
            <a:spLocks noGrp="1"/>
          </p:cNvSpPr>
          <p:nvPr>
            <p:ph sz="half" idx="2"/>
          </p:nvPr>
        </p:nvSpPr>
        <p:spPr>
          <a:xfrm>
            <a:off x="839788"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5" name="Text Placeholder 4">
            <a:extLst>
              <a:ext uri="{FF2B5EF4-FFF2-40B4-BE49-F238E27FC236}">
                <a16:creationId xmlns:a16="http://schemas.microsoft.com/office/drawing/2014/main" id="{8E85EDE4-2376-7151-0420-97EE31184389}"/>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a:extLst>
              <a:ext uri="{FF2B5EF4-FFF2-40B4-BE49-F238E27FC236}">
                <a16:creationId xmlns:a16="http://schemas.microsoft.com/office/drawing/2014/main" id="{1DFDC04D-5BB4-5A62-C91A-B4D174924A31}"/>
              </a:ext>
            </a:extLst>
          </p:cNvPr>
          <p:cNvSpPr>
            <a:spLocks noGrp="1"/>
          </p:cNvSpPr>
          <p:nvPr>
            <p:ph sz="quarter" idx="4"/>
          </p:nvPr>
        </p:nvSpPr>
        <p:spPr>
          <a:xfrm>
            <a:off x="6172200"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7" name="Date Placeholder 6">
            <a:extLst>
              <a:ext uri="{FF2B5EF4-FFF2-40B4-BE49-F238E27FC236}">
                <a16:creationId xmlns:a16="http://schemas.microsoft.com/office/drawing/2014/main" id="{86D83C81-E4BA-7EDE-7790-8E3C1A681551}"/>
              </a:ext>
            </a:extLst>
          </p:cNvPr>
          <p:cNvSpPr>
            <a:spLocks noGrp="1"/>
          </p:cNvSpPr>
          <p:nvPr>
            <p:ph type="dt" sz="half" idx="10"/>
          </p:nvPr>
        </p:nvSpPr>
        <p:spPr/>
        <p:txBody>
          <a:bodyPr/>
          <a:lstStyle/>
          <a:p>
            <a:fld id="{BF129C28-3F29-40E4-A4E9-2B23A4C57525}" type="datetimeFigureOut">
              <a:rPr lang="en-IN" smtClean="0"/>
              <a:t>24-10-2026</a:t>
            </a:fld>
            <a:endParaRPr lang="en-IN"/>
          </a:p>
        </p:txBody>
      </p:sp>
      <p:sp>
        <p:nvSpPr>
          <p:cNvPr id="8" name="Footer Placeholder 7">
            <a:extLst>
              <a:ext uri="{FF2B5EF4-FFF2-40B4-BE49-F238E27FC236}">
                <a16:creationId xmlns:a16="http://schemas.microsoft.com/office/drawing/2014/main" id="{F60CE281-5324-6026-009E-1DCB79A988FD}"/>
              </a:ext>
            </a:extLst>
          </p:cNvPr>
          <p:cNvSpPr>
            <a:spLocks noGrp="1"/>
          </p:cNvSpPr>
          <p:nvPr>
            <p:ph type="ftr" sz="quarter" idx="11"/>
          </p:nvPr>
        </p:nvSpPr>
        <p:spPr/>
        <p:txBody>
          <a:bodyPr/>
          <a:lstStyle/>
          <a:p>
            <a:endParaRPr lang="en-IN"/>
          </a:p>
        </p:txBody>
      </p:sp>
      <p:sp>
        <p:nvSpPr>
          <p:cNvPr id="9" name="Slide Number Placeholder 8">
            <a:extLst>
              <a:ext uri="{FF2B5EF4-FFF2-40B4-BE49-F238E27FC236}">
                <a16:creationId xmlns:a16="http://schemas.microsoft.com/office/drawing/2014/main" id="{3E7ECAB4-C23E-28C6-E22F-90687FB8D13F}"/>
              </a:ext>
            </a:extLst>
          </p:cNvPr>
          <p:cNvSpPr>
            <a:spLocks noGrp="1"/>
          </p:cNvSpPr>
          <p:nvPr>
            <p:ph type="sldNum" sz="quarter" idx="12"/>
          </p:nvPr>
        </p:nvSpPr>
        <p:spPr/>
        <p:txBody>
          <a:bodyPr/>
          <a:lstStyle/>
          <a:p>
            <a:fld id="{D4ADD9A2-9D33-47C3-AD81-9F773F4162D1}" type="slidenum">
              <a:rPr lang="en-IN" smtClean="0"/>
              <a:t>‹#›</a:t>
            </a:fld>
            <a:endParaRPr lang="en-IN"/>
          </a:p>
        </p:txBody>
      </p:sp>
    </p:spTree>
    <p:extLst>
      <p:ext uri="{BB962C8B-B14F-4D97-AF65-F5344CB8AC3E}">
        <p14:creationId xmlns:p14="http://schemas.microsoft.com/office/powerpoint/2010/main" val="3857750397"/>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DC8EA17-01BC-8682-D0BF-818243C2BA93}"/>
              </a:ext>
            </a:extLst>
          </p:cNvPr>
          <p:cNvSpPr>
            <a:spLocks noGrp="1"/>
          </p:cNvSpPr>
          <p:nvPr>
            <p:ph type="title"/>
          </p:nvPr>
        </p:nvSpPr>
        <p:spPr/>
        <p:txBody>
          <a:bodyPr/>
          <a:lstStyle/>
          <a:p>
            <a:r>
              <a:rPr lang="en-US"/>
              <a:t>Click to edit Master title style</a:t>
            </a:r>
            <a:endParaRPr lang="en-IN"/>
          </a:p>
        </p:txBody>
      </p:sp>
      <p:sp>
        <p:nvSpPr>
          <p:cNvPr id="3" name="Date Placeholder 2">
            <a:extLst>
              <a:ext uri="{FF2B5EF4-FFF2-40B4-BE49-F238E27FC236}">
                <a16:creationId xmlns:a16="http://schemas.microsoft.com/office/drawing/2014/main" id="{1489566A-ED70-9BC8-A922-A80F59312D2A}"/>
              </a:ext>
            </a:extLst>
          </p:cNvPr>
          <p:cNvSpPr>
            <a:spLocks noGrp="1"/>
          </p:cNvSpPr>
          <p:nvPr>
            <p:ph type="dt" sz="half" idx="10"/>
          </p:nvPr>
        </p:nvSpPr>
        <p:spPr/>
        <p:txBody>
          <a:bodyPr/>
          <a:lstStyle/>
          <a:p>
            <a:fld id="{BF129C28-3F29-40E4-A4E9-2B23A4C57525}" type="datetimeFigureOut">
              <a:rPr lang="en-IN" smtClean="0"/>
              <a:t>24-10-2026</a:t>
            </a:fld>
            <a:endParaRPr lang="en-IN"/>
          </a:p>
        </p:txBody>
      </p:sp>
      <p:sp>
        <p:nvSpPr>
          <p:cNvPr id="4" name="Footer Placeholder 3">
            <a:extLst>
              <a:ext uri="{FF2B5EF4-FFF2-40B4-BE49-F238E27FC236}">
                <a16:creationId xmlns:a16="http://schemas.microsoft.com/office/drawing/2014/main" id="{579ED822-EB18-F07C-394C-BC919EA5611A}"/>
              </a:ext>
            </a:extLst>
          </p:cNvPr>
          <p:cNvSpPr>
            <a:spLocks noGrp="1"/>
          </p:cNvSpPr>
          <p:nvPr>
            <p:ph type="ftr" sz="quarter" idx="11"/>
          </p:nvPr>
        </p:nvSpPr>
        <p:spPr/>
        <p:txBody>
          <a:bodyPr/>
          <a:lstStyle/>
          <a:p>
            <a:endParaRPr lang="en-IN"/>
          </a:p>
        </p:txBody>
      </p:sp>
      <p:sp>
        <p:nvSpPr>
          <p:cNvPr id="5" name="Slide Number Placeholder 4">
            <a:extLst>
              <a:ext uri="{FF2B5EF4-FFF2-40B4-BE49-F238E27FC236}">
                <a16:creationId xmlns:a16="http://schemas.microsoft.com/office/drawing/2014/main" id="{B0088410-F9ED-8971-41D1-CB60126C5C0A}"/>
              </a:ext>
            </a:extLst>
          </p:cNvPr>
          <p:cNvSpPr>
            <a:spLocks noGrp="1"/>
          </p:cNvSpPr>
          <p:nvPr>
            <p:ph type="sldNum" sz="quarter" idx="12"/>
          </p:nvPr>
        </p:nvSpPr>
        <p:spPr/>
        <p:txBody>
          <a:bodyPr/>
          <a:lstStyle/>
          <a:p>
            <a:fld id="{D4ADD9A2-9D33-47C3-AD81-9F773F4162D1}" type="slidenum">
              <a:rPr lang="en-IN" smtClean="0"/>
              <a:t>‹#›</a:t>
            </a:fld>
            <a:endParaRPr lang="en-IN"/>
          </a:p>
        </p:txBody>
      </p:sp>
    </p:spTree>
    <p:extLst>
      <p:ext uri="{BB962C8B-B14F-4D97-AF65-F5344CB8AC3E}">
        <p14:creationId xmlns:p14="http://schemas.microsoft.com/office/powerpoint/2010/main" val="2711368188"/>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04F783C5-3026-B26D-74F8-5BAE95E31E2E}"/>
              </a:ext>
            </a:extLst>
          </p:cNvPr>
          <p:cNvSpPr>
            <a:spLocks noGrp="1"/>
          </p:cNvSpPr>
          <p:nvPr>
            <p:ph type="dt" sz="half" idx="10"/>
          </p:nvPr>
        </p:nvSpPr>
        <p:spPr/>
        <p:txBody>
          <a:bodyPr/>
          <a:lstStyle/>
          <a:p>
            <a:fld id="{BF129C28-3F29-40E4-A4E9-2B23A4C57525}" type="datetimeFigureOut">
              <a:rPr lang="en-IN" smtClean="0"/>
              <a:t>24-10-2026</a:t>
            </a:fld>
            <a:endParaRPr lang="en-IN"/>
          </a:p>
        </p:txBody>
      </p:sp>
      <p:sp>
        <p:nvSpPr>
          <p:cNvPr id="3" name="Footer Placeholder 2">
            <a:extLst>
              <a:ext uri="{FF2B5EF4-FFF2-40B4-BE49-F238E27FC236}">
                <a16:creationId xmlns:a16="http://schemas.microsoft.com/office/drawing/2014/main" id="{E8DED1A8-B9E2-E89E-6627-00DCAF88CC55}"/>
              </a:ext>
            </a:extLst>
          </p:cNvPr>
          <p:cNvSpPr>
            <a:spLocks noGrp="1"/>
          </p:cNvSpPr>
          <p:nvPr>
            <p:ph type="ftr" sz="quarter" idx="11"/>
          </p:nvPr>
        </p:nvSpPr>
        <p:spPr/>
        <p:txBody>
          <a:bodyPr/>
          <a:lstStyle/>
          <a:p>
            <a:endParaRPr lang="en-IN"/>
          </a:p>
        </p:txBody>
      </p:sp>
      <p:sp>
        <p:nvSpPr>
          <p:cNvPr id="4" name="Slide Number Placeholder 3">
            <a:extLst>
              <a:ext uri="{FF2B5EF4-FFF2-40B4-BE49-F238E27FC236}">
                <a16:creationId xmlns:a16="http://schemas.microsoft.com/office/drawing/2014/main" id="{12D32EAC-D51F-FA15-3D67-7ACA11793508}"/>
              </a:ext>
            </a:extLst>
          </p:cNvPr>
          <p:cNvSpPr>
            <a:spLocks noGrp="1"/>
          </p:cNvSpPr>
          <p:nvPr>
            <p:ph type="sldNum" sz="quarter" idx="12"/>
          </p:nvPr>
        </p:nvSpPr>
        <p:spPr/>
        <p:txBody>
          <a:bodyPr/>
          <a:lstStyle/>
          <a:p>
            <a:fld id="{D4ADD9A2-9D33-47C3-AD81-9F773F4162D1}" type="slidenum">
              <a:rPr lang="en-IN" smtClean="0"/>
              <a:t>‹#›</a:t>
            </a:fld>
            <a:endParaRPr lang="en-IN"/>
          </a:p>
        </p:txBody>
      </p:sp>
    </p:spTree>
    <p:extLst>
      <p:ext uri="{BB962C8B-B14F-4D97-AF65-F5344CB8AC3E}">
        <p14:creationId xmlns:p14="http://schemas.microsoft.com/office/powerpoint/2010/main" val="2930879087"/>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D9755D3-8CBB-1AAA-291F-40B5DE3DBB3F}"/>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IN"/>
          </a:p>
        </p:txBody>
      </p:sp>
      <p:sp>
        <p:nvSpPr>
          <p:cNvPr id="3" name="Content Placeholder 2">
            <a:extLst>
              <a:ext uri="{FF2B5EF4-FFF2-40B4-BE49-F238E27FC236}">
                <a16:creationId xmlns:a16="http://schemas.microsoft.com/office/drawing/2014/main" id="{800D3F67-E5E3-DDBA-39F6-242A0177069A}"/>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Text Placeholder 3">
            <a:extLst>
              <a:ext uri="{FF2B5EF4-FFF2-40B4-BE49-F238E27FC236}">
                <a16:creationId xmlns:a16="http://schemas.microsoft.com/office/drawing/2014/main" id="{09D40724-61D5-EF59-9874-7AFE3DC3DC44}"/>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CBA4F96A-6606-A32E-BE4D-C3DB145D3F79}"/>
              </a:ext>
            </a:extLst>
          </p:cNvPr>
          <p:cNvSpPr>
            <a:spLocks noGrp="1"/>
          </p:cNvSpPr>
          <p:nvPr>
            <p:ph type="dt" sz="half" idx="10"/>
          </p:nvPr>
        </p:nvSpPr>
        <p:spPr/>
        <p:txBody>
          <a:bodyPr/>
          <a:lstStyle/>
          <a:p>
            <a:fld id="{BF129C28-3F29-40E4-A4E9-2B23A4C57525}" type="datetimeFigureOut">
              <a:rPr lang="en-IN" smtClean="0"/>
              <a:t>24-10-2026</a:t>
            </a:fld>
            <a:endParaRPr lang="en-IN"/>
          </a:p>
        </p:txBody>
      </p:sp>
      <p:sp>
        <p:nvSpPr>
          <p:cNvPr id="6" name="Footer Placeholder 5">
            <a:extLst>
              <a:ext uri="{FF2B5EF4-FFF2-40B4-BE49-F238E27FC236}">
                <a16:creationId xmlns:a16="http://schemas.microsoft.com/office/drawing/2014/main" id="{B3962B1A-562C-C349-99BC-2FA93D521B58}"/>
              </a:ext>
            </a:extLst>
          </p:cNvPr>
          <p:cNvSpPr>
            <a:spLocks noGrp="1"/>
          </p:cNvSpPr>
          <p:nvPr>
            <p:ph type="ftr" sz="quarter" idx="11"/>
          </p:nvPr>
        </p:nvSpPr>
        <p:spPr/>
        <p:txBody>
          <a:bodyPr/>
          <a:lstStyle/>
          <a:p>
            <a:endParaRPr lang="en-IN"/>
          </a:p>
        </p:txBody>
      </p:sp>
      <p:sp>
        <p:nvSpPr>
          <p:cNvPr id="7" name="Slide Number Placeholder 6">
            <a:extLst>
              <a:ext uri="{FF2B5EF4-FFF2-40B4-BE49-F238E27FC236}">
                <a16:creationId xmlns:a16="http://schemas.microsoft.com/office/drawing/2014/main" id="{C8E420B0-E30A-97F8-3F24-C6C0BC276494}"/>
              </a:ext>
            </a:extLst>
          </p:cNvPr>
          <p:cNvSpPr>
            <a:spLocks noGrp="1"/>
          </p:cNvSpPr>
          <p:nvPr>
            <p:ph type="sldNum" sz="quarter" idx="12"/>
          </p:nvPr>
        </p:nvSpPr>
        <p:spPr/>
        <p:txBody>
          <a:bodyPr/>
          <a:lstStyle/>
          <a:p>
            <a:fld id="{D4ADD9A2-9D33-47C3-AD81-9F773F4162D1}" type="slidenum">
              <a:rPr lang="en-IN" smtClean="0"/>
              <a:t>‹#›</a:t>
            </a:fld>
            <a:endParaRPr lang="en-IN"/>
          </a:p>
        </p:txBody>
      </p:sp>
    </p:spTree>
    <p:extLst>
      <p:ext uri="{BB962C8B-B14F-4D97-AF65-F5344CB8AC3E}">
        <p14:creationId xmlns:p14="http://schemas.microsoft.com/office/powerpoint/2010/main" val="362062488"/>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CED14A2-5E93-E95D-E3C3-93B6F5F8B3D8}"/>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IN"/>
          </a:p>
        </p:txBody>
      </p:sp>
      <p:sp>
        <p:nvSpPr>
          <p:cNvPr id="3" name="Picture Placeholder 2">
            <a:extLst>
              <a:ext uri="{FF2B5EF4-FFF2-40B4-BE49-F238E27FC236}">
                <a16:creationId xmlns:a16="http://schemas.microsoft.com/office/drawing/2014/main" id="{2BFA45BB-6635-E294-4626-FF47810FFC58}"/>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IN"/>
          </a:p>
        </p:txBody>
      </p:sp>
      <p:sp>
        <p:nvSpPr>
          <p:cNvPr id="4" name="Text Placeholder 3">
            <a:extLst>
              <a:ext uri="{FF2B5EF4-FFF2-40B4-BE49-F238E27FC236}">
                <a16:creationId xmlns:a16="http://schemas.microsoft.com/office/drawing/2014/main" id="{8B4C5AC4-7E6A-CCCE-D1CC-5BA82BC193EC}"/>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A2CA95B8-B5EF-FCCD-60A2-AC81134CDBAC}"/>
              </a:ext>
            </a:extLst>
          </p:cNvPr>
          <p:cNvSpPr>
            <a:spLocks noGrp="1"/>
          </p:cNvSpPr>
          <p:nvPr>
            <p:ph type="dt" sz="half" idx="10"/>
          </p:nvPr>
        </p:nvSpPr>
        <p:spPr/>
        <p:txBody>
          <a:bodyPr/>
          <a:lstStyle/>
          <a:p>
            <a:fld id="{BF129C28-3F29-40E4-A4E9-2B23A4C57525}" type="datetimeFigureOut">
              <a:rPr lang="en-IN" smtClean="0"/>
              <a:t>24-10-2026</a:t>
            </a:fld>
            <a:endParaRPr lang="en-IN"/>
          </a:p>
        </p:txBody>
      </p:sp>
      <p:sp>
        <p:nvSpPr>
          <p:cNvPr id="6" name="Footer Placeholder 5">
            <a:extLst>
              <a:ext uri="{FF2B5EF4-FFF2-40B4-BE49-F238E27FC236}">
                <a16:creationId xmlns:a16="http://schemas.microsoft.com/office/drawing/2014/main" id="{593DAFBB-5828-A4A9-8DCB-43E1D7E3DEED}"/>
              </a:ext>
            </a:extLst>
          </p:cNvPr>
          <p:cNvSpPr>
            <a:spLocks noGrp="1"/>
          </p:cNvSpPr>
          <p:nvPr>
            <p:ph type="ftr" sz="quarter" idx="11"/>
          </p:nvPr>
        </p:nvSpPr>
        <p:spPr/>
        <p:txBody>
          <a:bodyPr/>
          <a:lstStyle/>
          <a:p>
            <a:endParaRPr lang="en-IN"/>
          </a:p>
        </p:txBody>
      </p:sp>
      <p:sp>
        <p:nvSpPr>
          <p:cNvPr id="7" name="Slide Number Placeholder 6">
            <a:extLst>
              <a:ext uri="{FF2B5EF4-FFF2-40B4-BE49-F238E27FC236}">
                <a16:creationId xmlns:a16="http://schemas.microsoft.com/office/drawing/2014/main" id="{230F7E73-16F4-F99D-489C-F53154C31A05}"/>
              </a:ext>
            </a:extLst>
          </p:cNvPr>
          <p:cNvSpPr>
            <a:spLocks noGrp="1"/>
          </p:cNvSpPr>
          <p:nvPr>
            <p:ph type="sldNum" sz="quarter" idx="12"/>
          </p:nvPr>
        </p:nvSpPr>
        <p:spPr/>
        <p:txBody>
          <a:bodyPr/>
          <a:lstStyle/>
          <a:p>
            <a:fld id="{D4ADD9A2-9D33-47C3-AD81-9F773F4162D1}" type="slidenum">
              <a:rPr lang="en-IN" smtClean="0"/>
              <a:t>‹#›</a:t>
            </a:fld>
            <a:endParaRPr lang="en-IN"/>
          </a:p>
        </p:txBody>
      </p:sp>
    </p:spTree>
    <p:extLst>
      <p:ext uri="{BB962C8B-B14F-4D97-AF65-F5344CB8AC3E}">
        <p14:creationId xmlns:p14="http://schemas.microsoft.com/office/powerpoint/2010/main" val="4060995958"/>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4AB6C3A-ECC1-8986-BD16-6AC27952AC9E}"/>
              </a:ext>
            </a:extLst>
          </p:cNvPr>
          <p:cNvSpPr>
            <a:spLocks noGrp="1"/>
          </p:cNvSpPr>
          <p:nvPr>
            <p:ph type="title"/>
          </p:nvPr>
        </p:nvSpPr>
        <p:spPr/>
        <p:txBody>
          <a:bodyPr/>
          <a:lstStyle/>
          <a:p>
            <a:r>
              <a:rPr lang="en-US"/>
              <a:t>Click to edit Master title style</a:t>
            </a:r>
            <a:endParaRPr lang="en-IN"/>
          </a:p>
        </p:txBody>
      </p:sp>
      <p:sp>
        <p:nvSpPr>
          <p:cNvPr id="3" name="Vertical Text Placeholder 2">
            <a:extLst>
              <a:ext uri="{FF2B5EF4-FFF2-40B4-BE49-F238E27FC236}">
                <a16:creationId xmlns:a16="http://schemas.microsoft.com/office/drawing/2014/main" id="{180C93BF-2047-143C-7324-8452AFAFA9A4}"/>
              </a:ext>
            </a:extLst>
          </p:cNvPr>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a16="http://schemas.microsoft.com/office/drawing/2014/main" id="{1337FE6E-C760-407C-71E5-D2415353090F}"/>
              </a:ext>
            </a:extLst>
          </p:cNvPr>
          <p:cNvSpPr>
            <a:spLocks noGrp="1"/>
          </p:cNvSpPr>
          <p:nvPr>
            <p:ph type="dt" sz="half" idx="10"/>
          </p:nvPr>
        </p:nvSpPr>
        <p:spPr/>
        <p:txBody>
          <a:bodyPr/>
          <a:lstStyle/>
          <a:p>
            <a:fld id="{BF129C28-3F29-40E4-A4E9-2B23A4C57525}" type="datetimeFigureOut">
              <a:rPr lang="en-IN" smtClean="0"/>
              <a:t>24-10-2026</a:t>
            </a:fld>
            <a:endParaRPr lang="en-IN"/>
          </a:p>
        </p:txBody>
      </p:sp>
      <p:sp>
        <p:nvSpPr>
          <p:cNvPr id="5" name="Footer Placeholder 4">
            <a:extLst>
              <a:ext uri="{FF2B5EF4-FFF2-40B4-BE49-F238E27FC236}">
                <a16:creationId xmlns:a16="http://schemas.microsoft.com/office/drawing/2014/main" id="{1079D877-F3D6-328D-69F3-6772FCCBDA11}"/>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913E2005-4F4D-245C-D445-E3DF0FC9F714}"/>
              </a:ext>
            </a:extLst>
          </p:cNvPr>
          <p:cNvSpPr>
            <a:spLocks noGrp="1"/>
          </p:cNvSpPr>
          <p:nvPr>
            <p:ph type="sldNum" sz="quarter" idx="12"/>
          </p:nvPr>
        </p:nvSpPr>
        <p:spPr/>
        <p:txBody>
          <a:bodyPr/>
          <a:lstStyle/>
          <a:p>
            <a:fld id="{D4ADD9A2-9D33-47C3-AD81-9F773F4162D1}" type="slidenum">
              <a:rPr lang="en-IN" smtClean="0"/>
              <a:t>‹#›</a:t>
            </a:fld>
            <a:endParaRPr lang="en-IN"/>
          </a:p>
        </p:txBody>
      </p:sp>
    </p:spTree>
    <p:extLst>
      <p:ext uri="{BB962C8B-B14F-4D97-AF65-F5344CB8AC3E}">
        <p14:creationId xmlns:p14="http://schemas.microsoft.com/office/powerpoint/2010/main" val="1711397582"/>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105CBDEB-2B39-159F-0075-18D1FC9CB33C}"/>
              </a:ext>
            </a:extLst>
          </p:cNvPr>
          <p:cNvSpPr>
            <a:spLocks noGrp="1"/>
          </p:cNvSpPr>
          <p:nvPr>
            <p:ph type="title" orient="vert"/>
          </p:nvPr>
        </p:nvSpPr>
        <p:spPr>
          <a:xfrm>
            <a:off x="8724900" y="365125"/>
            <a:ext cx="2628900" cy="5811838"/>
          </a:xfrm>
        </p:spPr>
        <p:txBody>
          <a:bodyPr vert="eaVert"/>
          <a:lstStyle/>
          <a:p>
            <a:r>
              <a:rPr lang="en-US"/>
              <a:t>Click to edit Master title style</a:t>
            </a:r>
            <a:endParaRPr lang="en-IN"/>
          </a:p>
        </p:txBody>
      </p:sp>
      <p:sp>
        <p:nvSpPr>
          <p:cNvPr id="3" name="Vertical Text Placeholder 2">
            <a:extLst>
              <a:ext uri="{FF2B5EF4-FFF2-40B4-BE49-F238E27FC236}">
                <a16:creationId xmlns:a16="http://schemas.microsoft.com/office/drawing/2014/main" id="{568800E1-7771-1356-8802-6509E936BD85}"/>
              </a:ext>
            </a:extLst>
          </p:cNvPr>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a16="http://schemas.microsoft.com/office/drawing/2014/main" id="{F1FE34B1-9C87-FF78-E042-BB6DFD23BE38}"/>
              </a:ext>
            </a:extLst>
          </p:cNvPr>
          <p:cNvSpPr>
            <a:spLocks noGrp="1"/>
          </p:cNvSpPr>
          <p:nvPr>
            <p:ph type="dt" sz="half" idx="10"/>
          </p:nvPr>
        </p:nvSpPr>
        <p:spPr/>
        <p:txBody>
          <a:bodyPr/>
          <a:lstStyle/>
          <a:p>
            <a:fld id="{BF129C28-3F29-40E4-A4E9-2B23A4C57525}" type="datetimeFigureOut">
              <a:rPr lang="en-IN" smtClean="0"/>
              <a:t>24-10-2026</a:t>
            </a:fld>
            <a:endParaRPr lang="en-IN"/>
          </a:p>
        </p:txBody>
      </p:sp>
      <p:sp>
        <p:nvSpPr>
          <p:cNvPr id="5" name="Footer Placeholder 4">
            <a:extLst>
              <a:ext uri="{FF2B5EF4-FFF2-40B4-BE49-F238E27FC236}">
                <a16:creationId xmlns:a16="http://schemas.microsoft.com/office/drawing/2014/main" id="{94FE1155-1C35-401A-9624-9A80A4CB9571}"/>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8E7758F8-2FBD-4B9C-D6B9-8687F14C7C6F}"/>
              </a:ext>
            </a:extLst>
          </p:cNvPr>
          <p:cNvSpPr>
            <a:spLocks noGrp="1"/>
          </p:cNvSpPr>
          <p:nvPr>
            <p:ph type="sldNum" sz="quarter" idx="12"/>
          </p:nvPr>
        </p:nvSpPr>
        <p:spPr/>
        <p:txBody>
          <a:bodyPr/>
          <a:lstStyle/>
          <a:p>
            <a:fld id="{D4ADD9A2-9D33-47C3-AD81-9F773F4162D1}" type="slidenum">
              <a:rPr lang="en-IN" smtClean="0"/>
              <a:t>‹#›</a:t>
            </a:fld>
            <a:endParaRPr lang="en-IN"/>
          </a:p>
        </p:txBody>
      </p:sp>
    </p:spTree>
    <p:extLst>
      <p:ext uri="{BB962C8B-B14F-4D97-AF65-F5344CB8AC3E}">
        <p14:creationId xmlns:p14="http://schemas.microsoft.com/office/powerpoint/2010/main" val="2884526842"/>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26DF503D-ED40-CF66-6A90-1A47E5118032}"/>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endParaRPr lang="en-IN"/>
          </a:p>
        </p:txBody>
      </p:sp>
      <p:sp>
        <p:nvSpPr>
          <p:cNvPr id="3" name="Text Placeholder 2">
            <a:extLst>
              <a:ext uri="{FF2B5EF4-FFF2-40B4-BE49-F238E27FC236}">
                <a16:creationId xmlns:a16="http://schemas.microsoft.com/office/drawing/2014/main" id="{2A6B7BE2-9A85-8ACD-2E65-C172ADD56D9F}"/>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a16="http://schemas.microsoft.com/office/drawing/2014/main" id="{136B665E-A556-6188-1AF2-863C08CE66E3}"/>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BF129C28-3F29-40E4-A4E9-2B23A4C57525}" type="datetimeFigureOut">
              <a:rPr lang="en-IN" smtClean="0"/>
              <a:t>24-10-2026</a:t>
            </a:fld>
            <a:endParaRPr lang="en-IN"/>
          </a:p>
        </p:txBody>
      </p:sp>
      <p:sp>
        <p:nvSpPr>
          <p:cNvPr id="5" name="Footer Placeholder 4">
            <a:extLst>
              <a:ext uri="{FF2B5EF4-FFF2-40B4-BE49-F238E27FC236}">
                <a16:creationId xmlns:a16="http://schemas.microsoft.com/office/drawing/2014/main" id="{5FC336FF-8DEE-CBE8-18FA-656706288B17}"/>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IN"/>
          </a:p>
        </p:txBody>
      </p:sp>
      <p:sp>
        <p:nvSpPr>
          <p:cNvPr id="6" name="Slide Number Placeholder 5">
            <a:extLst>
              <a:ext uri="{FF2B5EF4-FFF2-40B4-BE49-F238E27FC236}">
                <a16:creationId xmlns:a16="http://schemas.microsoft.com/office/drawing/2014/main" id="{31F026E7-E19A-13FE-E318-50BF430B8A4B}"/>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D4ADD9A2-9D33-47C3-AD81-9F773F4162D1}" type="slidenum">
              <a:rPr lang="en-IN" smtClean="0"/>
              <a:t>‹#›</a:t>
            </a:fld>
            <a:endParaRPr lang="en-IN"/>
          </a:p>
        </p:txBody>
      </p:sp>
    </p:spTree>
    <p:extLst>
      <p:ext uri="{BB962C8B-B14F-4D97-AF65-F5344CB8AC3E}">
        <p14:creationId xmlns:p14="http://schemas.microsoft.com/office/powerpoint/2010/main" val="1351321820"/>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png"/><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png"/><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png"/><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png"/><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70E8DAD-94A0-712C-7CF5-5EE9F80C0ECE}"/>
              </a:ext>
            </a:extLst>
          </p:cNvPr>
          <p:cNvSpPr>
            <a:spLocks noGrp="1"/>
          </p:cNvSpPr>
          <p:nvPr>
            <p:ph type="ctrTitle"/>
          </p:nvPr>
        </p:nvSpPr>
        <p:spPr>
          <a:xfrm>
            <a:off x="1014046" y="662450"/>
            <a:ext cx="10163908" cy="2387600"/>
          </a:xfrm>
        </p:spPr>
        <p:txBody>
          <a:bodyPr>
            <a:normAutofit/>
          </a:bodyPr>
          <a:lstStyle/>
          <a:p>
            <a:r>
              <a:rPr lang="en-US" sz="3200" b="1" dirty="0">
                <a:latin typeface="Times New Roman" panose="02020603050405020304" pitchFamily="18" charset="0"/>
                <a:cs typeface="Times New Roman" panose="02020603050405020304" pitchFamily="18" charset="0"/>
              </a:rPr>
              <a:t>Development of a Secure Clinic Appointment Scheduling</a:t>
            </a:r>
            <a:br>
              <a:rPr lang="en-US" sz="3200" b="1" dirty="0">
                <a:latin typeface="Times New Roman" panose="02020603050405020304" pitchFamily="18" charset="0"/>
                <a:cs typeface="Times New Roman" panose="02020603050405020304" pitchFamily="18" charset="0"/>
              </a:rPr>
            </a:br>
            <a:r>
              <a:rPr lang="en-US" sz="3200" b="1" dirty="0">
                <a:latin typeface="Times New Roman" panose="02020603050405020304" pitchFamily="18" charset="0"/>
                <a:cs typeface="Times New Roman" panose="02020603050405020304" pitchFamily="18" charset="0"/>
              </a:rPr>
              <a:t>System with Role-Based Access </a:t>
            </a:r>
            <a:r>
              <a:rPr lang="en-US" sz="3200" b="1">
                <a:latin typeface="Times New Roman" panose="02020603050405020304" pitchFamily="18" charset="0"/>
                <a:cs typeface="Times New Roman" panose="02020603050405020304" pitchFamily="18" charset="0"/>
              </a:rPr>
              <a:t>Control using </a:t>
            </a:r>
            <a:r>
              <a:rPr lang="en-US" sz="3200" b="1" dirty="0">
                <a:latin typeface="Times New Roman" panose="02020603050405020304" pitchFamily="18" charset="0"/>
                <a:cs typeface="Times New Roman" panose="02020603050405020304" pitchFamily="18" charset="0"/>
              </a:rPr>
              <a:t>Dynamic Systems Development Method</a:t>
            </a:r>
            <a:endParaRPr lang="en-IN" sz="3200" b="1" dirty="0">
              <a:latin typeface="Times New Roman" panose="02020603050405020304" pitchFamily="18" charset="0"/>
              <a:cs typeface="Times New Roman" panose="02020603050405020304" pitchFamily="18" charset="0"/>
            </a:endParaRPr>
          </a:p>
        </p:txBody>
      </p:sp>
      <p:sp>
        <p:nvSpPr>
          <p:cNvPr id="3" name="Subtitle 2">
            <a:extLst>
              <a:ext uri="{FF2B5EF4-FFF2-40B4-BE49-F238E27FC236}">
                <a16:creationId xmlns:a16="http://schemas.microsoft.com/office/drawing/2014/main" id="{8B9AEB0F-4B6A-D326-ED2E-639591268E37}"/>
              </a:ext>
            </a:extLst>
          </p:cNvPr>
          <p:cNvSpPr>
            <a:spLocks noGrp="1"/>
          </p:cNvSpPr>
          <p:nvPr>
            <p:ph type="subTitle" idx="1"/>
          </p:nvPr>
        </p:nvSpPr>
        <p:spPr>
          <a:xfrm>
            <a:off x="1524000" y="3602038"/>
            <a:ext cx="9144000" cy="802908"/>
          </a:xfrm>
        </p:spPr>
        <p:txBody>
          <a:bodyPr/>
          <a:lstStyle/>
          <a:p>
            <a:r>
              <a:rPr lang="en-US" dirty="0">
                <a:latin typeface="Times New Roman" panose="02020603050405020304" pitchFamily="18" charset="0"/>
                <a:cs typeface="Times New Roman" panose="02020603050405020304" pitchFamily="18" charset="0"/>
              </a:rPr>
              <a:t>CSA1021-Software Engineering</a:t>
            </a:r>
            <a:endParaRPr lang="en-IN" dirty="0">
              <a:latin typeface="Times New Roman" panose="02020603050405020304" pitchFamily="18" charset="0"/>
              <a:cs typeface="Times New Roman" panose="02020603050405020304" pitchFamily="18" charset="0"/>
            </a:endParaRPr>
          </a:p>
        </p:txBody>
      </p:sp>
      <p:pic>
        <p:nvPicPr>
          <p:cNvPr id="4" name="Picture 3">
            <a:extLst>
              <a:ext uri="{FF2B5EF4-FFF2-40B4-BE49-F238E27FC236}">
                <a16:creationId xmlns:a16="http://schemas.microsoft.com/office/drawing/2014/main" id="{79FFBCEA-F113-B9F3-3ADB-7FB23B67409B}"/>
              </a:ext>
            </a:extLst>
          </p:cNvPr>
          <p:cNvPicPr>
            <a:picLocks noChangeAspect="1"/>
          </p:cNvPicPr>
          <p:nvPr/>
        </p:nvPicPr>
        <p:blipFill>
          <a:blip r:embed="rId2"/>
          <a:stretch>
            <a:fillRect/>
          </a:stretch>
        </p:blipFill>
        <p:spPr>
          <a:xfrm>
            <a:off x="0" y="0"/>
            <a:ext cx="1122363" cy="1122363"/>
          </a:xfrm>
          <a:prstGeom prst="rect">
            <a:avLst/>
          </a:prstGeom>
        </p:spPr>
      </p:pic>
      <p:pic>
        <p:nvPicPr>
          <p:cNvPr id="5" name="Picture 4">
            <a:extLst>
              <a:ext uri="{FF2B5EF4-FFF2-40B4-BE49-F238E27FC236}">
                <a16:creationId xmlns:a16="http://schemas.microsoft.com/office/drawing/2014/main" id="{FBAAB528-0D44-A8A4-B6D2-2132EEDC7C5A}"/>
              </a:ext>
            </a:extLst>
          </p:cNvPr>
          <p:cNvPicPr>
            <a:picLocks noChangeAspect="1"/>
          </p:cNvPicPr>
          <p:nvPr/>
        </p:nvPicPr>
        <p:blipFill>
          <a:blip r:embed="rId3"/>
          <a:stretch>
            <a:fillRect/>
          </a:stretch>
        </p:blipFill>
        <p:spPr>
          <a:xfrm>
            <a:off x="11421209" y="0"/>
            <a:ext cx="770792" cy="984242"/>
          </a:xfrm>
          <a:prstGeom prst="rect">
            <a:avLst/>
          </a:prstGeom>
        </p:spPr>
      </p:pic>
      <p:sp>
        <p:nvSpPr>
          <p:cNvPr id="6" name="TextBox 5">
            <a:extLst>
              <a:ext uri="{FF2B5EF4-FFF2-40B4-BE49-F238E27FC236}">
                <a16:creationId xmlns:a16="http://schemas.microsoft.com/office/drawing/2014/main" id="{EDF87A07-96F3-9FF5-983E-F524851A8566}"/>
              </a:ext>
            </a:extLst>
          </p:cNvPr>
          <p:cNvSpPr txBox="1"/>
          <p:nvPr/>
        </p:nvSpPr>
        <p:spPr>
          <a:xfrm>
            <a:off x="1122363" y="4995932"/>
            <a:ext cx="2189285" cy="707886"/>
          </a:xfrm>
          <a:prstGeom prst="rect">
            <a:avLst/>
          </a:prstGeom>
          <a:noFill/>
        </p:spPr>
        <p:txBody>
          <a:bodyPr wrap="square" rtlCol="0">
            <a:spAutoFit/>
          </a:bodyPr>
          <a:lstStyle/>
          <a:p>
            <a:r>
              <a:rPr lang="en-US" sz="2000" dirty="0">
                <a:latin typeface="Times New Roman" panose="02020603050405020304" pitchFamily="18" charset="0"/>
                <a:cs typeface="Times New Roman" panose="02020603050405020304" pitchFamily="18" charset="0"/>
              </a:rPr>
              <a:t>Guided by:</a:t>
            </a:r>
          </a:p>
          <a:p>
            <a:r>
              <a:rPr lang="en-US" sz="2000" dirty="0">
                <a:latin typeface="Times New Roman" panose="02020603050405020304" pitchFamily="18" charset="0"/>
                <a:cs typeface="Times New Roman" panose="02020603050405020304" pitchFamily="18" charset="0"/>
              </a:rPr>
              <a:t>Dr. S. Salini</a:t>
            </a:r>
            <a:endParaRPr lang="en-IN" sz="2000" dirty="0">
              <a:latin typeface="Times New Roman" panose="02020603050405020304" pitchFamily="18" charset="0"/>
              <a:cs typeface="Times New Roman" panose="02020603050405020304" pitchFamily="18" charset="0"/>
            </a:endParaRPr>
          </a:p>
        </p:txBody>
      </p:sp>
      <p:sp>
        <p:nvSpPr>
          <p:cNvPr id="7" name="TextBox 6">
            <a:extLst>
              <a:ext uri="{FF2B5EF4-FFF2-40B4-BE49-F238E27FC236}">
                <a16:creationId xmlns:a16="http://schemas.microsoft.com/office/drawing/2014/main" id="{85A71CE8-FDFB-EE45-7AB8-6FDC614498FF}"/>
              </a:ext>
            </a:extLst>
          </p:cNvPr>
          <p:cNvSpPr txBox="1"/>
          <p:nvPr/>
        </p:nvSpPr>
        <p:spPr>
          <a:xfrm>
            <a:off x="8053754" y="4914900"/>
            <a:ext cx="3516923" cy="923330"/>
          </a:xfrm>
          <a:prstGeom prst="rect">
            <a:avLst/>
          </a:prstGeom>
          <a:noFill/>
        </p:spPr>
        <p:txBody>
          <a:bodyPr wrap="square" rtlCol="0">
            <a:spAutoFit/>
          </a:bodyPr>
          <a:lstStyle/>
          <a:p>
            <a:r>
              <a:rPr lang="en-US" dirty="0">
                <a:latin typeface="Times New Roman" panose="02020603050405020304" pitchFamily="18" charset="0"/>
                <a:cs typeface="Times New Roman" panose="02020603050405020304" pitchFamily="18" charset="0"/>
              </a:rPr>
              <a:t>P. Vishwa Nandan(192473015)</a:t>
            </a:r>
          </a:p>
          <a:p>
            <a:r>
              <a:rPr lang="en-US" dirty="0">
                <a:latin typeface="Times New Roman" panose="02020603050405020304" pitchFamily="18" charset="0"/>
                <a:cs typeface="Times New Roman" panose="02020603050405020304" pitchFamily="18" charset="0"/>
              </a:rPr>
              <a:t>P. </a:t>
            </a:r>
            <a:r>
              <a:rPr lang="en-US" dirty="0" err="1">
                <a:latin typeface="Times New Roman" panose="02020603050405020304" pitchFamily="18" charset="0"/>
                <a:cs typeface="Times New Roman" panose="02020603050405020304" pitchFamily="18" charset="0"/>
              </a:rPr>
              <a:t>Siddardha</a:t>
            </a:r>
            <a:r>
              <a:rPr lang="en-US" dirty="0">
                <a:latin typeface="Times New Roman" panose="02020603050405020304" pitchFamily="18" charset="0"/>
                <a:cs typeface="Times New Roman" panose="02020603050405020304" pitchFamily="18" charset="0"/>
              </a:rPr>
              <a:t>(192424271)</a:t>
            </a:r>
          </a:p>
          <a:p>
            <a:r>
              <a:rPr lang="en-US" dirty="0">
                <a:latin typeface="Times New Roman" panose="02020603050405020304" pitchFamily="18" charset="0"/>
                <a:cs typeface="Times New Roman" panose="02020603050405020304" pitchFamily="18" charset="0"/>
              </a:rPr>
              <a:t>N. Punith Kumar(192525156)</a:t>
            </a:r>
            <a:endParaRPr lang="en-IN"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2142368501"/>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ADDE53B-E5A8-D83A-9252-C5BA0F60C952}"/>
              </a:ext>
            </a:extLst>
          </p:cNvPr>
          <p:cNvSpPr>
            <a:spLocks noGrp="1"/>
          </p:cNvSpPr>
          <p:nvPr>
            <p:ph type="title"/>
          </p:nvPr>
        </p:nvSpPr>
        <p:spPr>
          <a:xfrm>
            <a:off x="1230923" y="365125"/>
            <a:ext cx="10122877" cy="1325563"/>
          </a:xfrm>
        </p:spPr>
        <p:txBody>
          <a:bodyPr>
            <a:normAutofit/>
          </a:bodyPr>
          <a:lstStyle/>
          <a:p>
            <a:pPr algn="ctr"/>
            <a:r>
              <a:rPr lang="en-US" sz="3800" b="1" dirty="0">
                <a:latin typeface="Times New Roman" panose="02020603050405020304" pitchFamily="18" charset="0"/>
                <a:cs typeface="Times New Roman" panose="02020603050405020304" pitchFamily="18" charset="0"/>
              </a:rPr>
              <a:t>Introduction</a:t>
            </a:r>
            <a:endParaRPr lang="en-IN" sz="3800" b="1" dirty="0">
              <a:latin typeface="Times New Roman" panose="02020603050405020304" pitchFamily="18" charset="0"/>
              <a:cs typeface="Times New Roman" panose="02020603050405020304" pitchFamily="18" charset="0"/>
            </a:endParaRPr>
          </a:p>
        </p:txBody>
      </p:sp>
      <p:sp>
        <p:nvSpPr>
          <p:cNvPr id="3" name="Content Placeholder 2">
            <a:extLst>
              <a:ext uri="{FF2B5EF4-FFF2-40B4-BE49-F238E27FC236}">
                <a16:creationId xmlns:a16="http://schemas.microsoft.com/office/drawing/2014/main" id="{3B7EFC7F-422A-D1CE-8B3E-370353927990}"/>
              </a:ext>
            </a:extLst>
          </p:cNvPr>
          <p:cNvSpPr>
            <a:spLocks noGrp="1"/>
          </p:cNvSpPr>
          <p:nvPr>
            <p:ph idx="1"/>
          </p:nvPr>
        </p:nvSpPr>
        <p:spPr>
          <a:xfrm>
            <a:off x="838200" y="1913548"/>
            <a:ext cx="10515600" cy="4351338"/>
          </a:xfrm>
        </p:spPr>
        <p:txBody>
          <a:bodyPr>
            <a:normAutofit/>
          </a:bodyPr>
          <a:lstStyle/>
          <a:p>
            <a:pPr lvl="0" algn="just">
              <a:lnSpc>
                <a:spcPct val="100000"/>
              </a:lnSpc>
            </a:pPr>
            <a:r>
              <a:rPr lang="en-IN" sz="2500" dirty="0">
                <a:latin typeface="Times New Roman" panose="02020603050405020304" pitchFamily="18" charset="0"/>
                <a:cs typeface="Times New Roman" panose="02020603050405020304" pitchFamily="18" charset="0"/>
              </a:rPr>
              <a:t>A Clinic Appointment Scheduler helps patients book appointments and allows clinic staff to manage appointments efficiently. </a:t>
            </a:r>
          </a:p>
          <a:p>
            <a:pPr lvl="0" algn="just">
              <a:lnSpc>
                <a:spcPct val="100000"/>
              </a:lnSpc>
            </a:pPr>
            <a:r>
              <a:rPr lang="en-IN" sz="2500" dirty="0">
                <a:latin typeface="Times New Roman" panose="02020603050405020304" pitchFamily="18" charset="0"/>
                <a:cs typeface="Times New Roman" panose="02020603050405020304" pitchFamily="18" charset="0"/>
              </a:rPr>
              <a:t>Role-Based Access Control (RBAC) provides access to system features based on the user’s assigned role. </a:t>
            </a:r>
          </a:p>
          <a:p>
            <a:pPr lvl="0" algn="just">
              <a:lnSpc>
                <a:spcPct val="100000"/>
              </a:lnSpc>
            </a:pPr>
            <a:r>
              <a:rPr lang="en-IN" sz="2500" dirty="0">
                <a:latin typeface="Times New Roman" panose="02020603050405020304" pitchFamily="18" charset="0"/>
                <a:cs typeface="Times New Roman" panose="02020603050405020304" pitchFamily="18" charset="0"/>
              </a:rPr>
              <a:t>Different users, such as Admin, Doctor, Receptionist, and Patient, require different levels of access to clinic information. </a:t>
            </a:r>
          </a:p>
          <a:p>
            <a:pPr lvl="0" algn="just">
              <a:lnSpc>
                <a:spcPct val="100000"/>
              </a:lnSpc>
            </a:pPr>
            <a:r>
              <a:rPr lang="en-IN" sz="2500" dirty="0">
                <a:latin typeface="Times New Roman" panose="02020603050405020304" pitchFamily="18" charset="0"/>
                <a:cs typeface="Times New Roman" panose="02020603050405020304" pitchFamily="18" charset="0"/>
              </a:rPr>
              <a:t>Developing and testing the RBAC system helps ensure that users can access only the features and data permitted for their roles.</a:t>
            </a:r>
          </a:p>
          <a:p>
            <a:pPr algn="just">
              <a:lnSpc>
                <a:spcPct val="100000"/>
              </a:lnSpc>
            </a:pPr>
            <a:endParaRPr lang="en-IN" sz="2500" dirty="0">
              <a:latin typeface="Times New Roman" panose="02020603050405020304" pitchFamily="18" charset="0"/>
              <a:cs typeface="Times New Roman" panose="02020603050405020304" pitchFamily="18" charset="0"/>
            </a:endParaRPr>
          </a:p>
        </p:txBody>
      </p:sp>
      <p:pic>
        <p:nvPicPr>
          <p:cNvPr id="5" name="Picture 4">
            <a:extLst>
              <a:ext uri="{FF2B5EF4-FFF2-40B4-BE49-F238E27FC236}">
                <a16:creationId xmlns:a16="http://schemas.microsoft.com/office/drawing/2014/main" id="{E7759715-8AC4-2BBE-899A-909578094157}"/>
              </a:ext>
            </a:extLst>
          </p:cNvPr>
          <p:cNvPicPr>
            <a:picLocks noChangeAspect="1"/>
          </p:cNvPicPr>
          <p:nvPr/>
        </p:nvPicPr>
        <p:blipFill>
          <a:blip r:embed="rId2"/>
          <a:stretch>
            <a:fillRect/>
          </a:stretch>
        </p:blipFill>
        <p:spPr>
          <a:xfrm>
            <a:off x="0" y="0"/>
            <a:ext cx="1122363" cy="1122363"/>
          </a:xfrm>
          <a:prstGeom prst="rect">
            <a:avLst/>
          </a:prstGeom>
        </p:spPr>
      </p:pic>
      <p:pic>
        <p:nvPicPr>
          <p:cNvPr id="7" name="Picture 6">
            <a:extLst>
              <a:ext uri="{FF2B5EF4-FFF2-40B4-BE49-F238E27FC236}">
                <a16:creationId xmlns:a16="http://schemas.microsoft.com/office/drawing/2014/main" id="{A894222D-64E0-A8BC-E0A3-B4973DECA792}"/>
              </a:ext>
            </a:extLst>
          </p:cNvPr>
          <p:cNvPicPr>
            <a:picLocks noChangeAspect="1"/>
          </p:cNvPicPr>
          <p:nvPr/>
        </p:nvPicPr>
        <p:blipFill>
          <a:blip r:embed="rId3"/>
          <a:stretch>
            <a:fillRect/>
          </a:stretch>
        </p:blipFill>
        <p:spPr>
          <a:xfrm>
            <a:off x="11421209" y="0"/>
            <a:ext cx="770792" cy="984242"/>
          </a:xfrm>
          <a:prstGeom prst="rect">
            <a:avLst/>
          </a:prstGeom>
        </p:spPr>
      </p:pic>
    </p:spTree>
    <p:extLst>
      <p:ext uri="{BB962C8B-B14F-4D97-AF65-F5344CB8AC3E}">
        <p14:creationId xmlns:p14="http://schemas.microsoft.com/office/powerpoint/2010/main" val="2578285572"/>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317BE23-6835-6BDB-3EA5-0B1E2538B1B2}"/>
              </a:ext>
            </a:extLst>
          </p:cNvPr>
          <p:cNvSpPr>
            <a:spLocks noGrp="1"/>
          </p:cNvSpPr>
          <p:nvPr>
            <p:ph type="title"/>
          </p:nvPr>
        </p:nvSpPr>
        <p:spPr>
          <a:xfrm>
            <a:off x="1213338" y="365125"/>
            <a:ext cx="10140462" cy="1325563"/>
          </a:xfrm>
        </p:spPr>
        <p:txBody>
          <a:bodyPr>
            <a:normAutofit/>
          </a:bodyPr>
          <a:lstStyle/>
          <a:p>
            <a:pPr algn="ctr"/>
            <a:r>
              <a:rPr lang="en-US" sz="3800" b="1" dirty="0">
                <a:latin typeface="Times New Roman" panose="02020603050405020304" pitchFamily="18" charset="0"/>
                <a:cs typeface="Times New Roman" panose="02020603050405020304" pitchFamily="18" charset="0"/>
              </a:rPr>
              <a:t>Objective</a:t>
            </a:r>
            <a:endParaRPr lang="en-IN" sz="3800" b="1" dirty="0">
              <a:latin typeface="Times New Roman" panose="02020603050405020304" pitchFamily="18" charset="0"/>
              <a:cs typeface="Times New Roman" panose="02020603050405020304" pitchFamily="18" charset="0"/>
            </a:endParaRPr>
          </a:p>
        </p:txBody>
      </p:sp>
      <p:sp>
        <p:nvSpPr>
          <p:cNvPr id="3" name="Content Placeholder 2">
            <a:extLst>
              <a:ext uri="{FF2B5EF4-FFF2-40B4-BE49-F238E27FC236}">
                <a16:creationId xmlns:a16="http://schemas.microsoft.com/office/drawing/2014/main" id="{4845E627-29D3-0C7F-222E-06D784C7DF18}"/>
              </a:ext>
            </a:extLst>
          </p:cNvPr>
          <p:cNvSpPr>
            <a:spLocks noGrp="1"/>
          </p:cNvSpPr>
          <p:nvPr>
            <p:ph idx="1"/>
          </p:nvPr>
        </p:nvSpPr>
        <p:spPr/>
        <p:txBody>
          <a:bodyPr>
            <a:normAutofit/>
          </a:bodyPr>
          <a:lstStyle/>
          <a:p>
            <a:pPr lvl="0" algn="just">
              <a:lnSpc>
                <a:spcPct val="150000"/>
              </a:lnSpc>
            </a:pPr>
            <a:r>
              <a:rPr lang="en-IN" sz="2500" dirty="0">
                <a:latin typeface="Times New Roman" panose="02020603050405020304" pitchFamily="18" charset="0"/>
                <a:cs typeface="Times New Roman" panose="02020603050405020304" pitchFamily="18" charset="0"/>
              </a:rPr>
              <a:t>To develop and implement a role-based access control system with appropriate permissions for different users. </a:t>
            </a:r>
          </a:p>
          <a:p>
            <a:pPr lvl="0" algn="just">
              <a:lnSpc>
                <a:spcPct val="150000"/>
              </a:lnSpc>
            </a:pPr>
            <a:r>
              <a:rPr lang="en-IN" sz="2500" dirty="0">
                <a:latin typeface="Times New Roman" panose="02020603050405020304" pitchFamily="18" charset="0"/>
                <a:cs typeface="Times New Roman" panose="02020603050405020304" pitchFamily="18" charset="0"/>
              </a:rPr>
              <a:t>To test the implemented permissions and ensure that unauthorized users cannot access restricted features or information.</a:t>
            </a:r>
          </a:p>
          <a:p>
            <a:pPr algn="just">
              <a:lnSpc>
                <a:spcPct val="150000"/>
              </a:lnSpc>
            </a:pPr>
            <a:endParaRPr lang="en-IN" sz="2500" dirty="0">
              <a:latin typeface="Times New Roman" panose="02020603050405020304" pitchFamily="18" charset="0"/>
              <a:cs typeface="Times New Roman" panose="02020603050405020304" pitchFamily="18" charset="0"/>
            </a:endParaRPr>
          </a:p>
        </p:txBody>
      </p:sp>
      <p:pic>
        <p:nvPicPr>
          <p:cNvPr id="5" name="Picture 4">
            <a:extLst>
              <a:ext uri="{FF2B5EF4-FFF2-40B4-BE49-F238E27FC236}">
                <a16:creationId xmlns:a16="http://schemas.microsoft.com/office/drawing/2014/main" id="{0E9EB23E-0D1C-F5F6-25EE-15A88405E00C}"/>
              </a:ext>
            </a:extLst>
          </p:cNvPr>
          <p:cNvPicPr>
            <a:picLocks noChangeAspect="1"/>
          </p:cNvPicPr>
          <p:nvPr/>
        </p:nvPicPr>
        <p:blipFill>
          <a:blip r:embed="rId2"/>
          <a:stretch>
            <a:fillRect/>
          </a:stretch>
        </p:blipFill>
        <p:spPr>
          <a:xfrm>
            <a:off x="0" y="0"/>
            <a:ext cx="1122363" cy="1122363"/>
          </a:xfrm>
          <a:prstGeom prst="rect">
            <a:avLst/>
          </a:prstGeom>
        </p:spPr>
      </p:pic>
      <p:pic>
        <p:nvPicPr>
          <p:cNvPr id="7" name="Picture 6">
            <a:extLst>
              <a:ext uri="{FF2B5EF4-FFF2-40B4-BE49-F238E27FC236}">
                <a16:creationId xmlns:a16="http://schemas.microsoft.com/office/drawing/2014/main" id="{B3F0A70A-BEA6-DC8A-9DE7-9EFD6BD14125}"/>
              </a:ext>
            </a:extLst>
          </p:cNvPr>
          <p:cNvPicPr>
            <a:picLocks noChangeAspect="1"/>
          </p:cNvPicPr>
          <p:nvPr/>
        </p:nvPicPr>
        <p:blipFill>
          <a:blip r:embed="rId3"/>
          <a:stretch>
            <a:fillRect/>
          </a:stretch>
        </p:blipFill>
        <p:spPr>
          <a:xfrm>
            <a:off x="11421209" y="0"/>
            <a:ext cx="770792" cy="984242"/>
          </a:xfrm>
          <a:prstGeom prst="rect">
            <a:avLst/>
          </a:prstGeom>
        </p:spPr>
      </p:pic>
    </p:spTree>
    <p:extLst>
      <p:ext uri="{BB962C8B-B14F-4D97-AF65-F5344CB8AC3E}">
        <p14:creationId xmlns:p14="http://schemas.microsoft.com/office/powerpoint/2010/main" val="249302499"/>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D4D0EA4-2E02-9C7E-1829-2786AAAE6631}"/>
              </a:ext>
            </a:extLst>
          </p:cNvPr>
          <p:cNvSpPr>
            <a:spLocks noGrp="1"/>
          </p:cNvSpPr>
          <p:nvPr>
            <p:ph type="title"/>
          </p:nvPr>
        </p:nvSpPr>
        <p:spPr>
          <a:xfrm>
            <a:off x="1122362" y="365125"/>
            <a:ext cx="10231437" cy="1325563"/>
          </a:xfrm>
        </p:spPr>
        <p:txBody>
          <a:bodyPr>
            <a:normAutofit/>
          </a:bodyPr>
          <a:lstStyle/>
          <a:p>
            <a:pPr algn="ctr"/>
            <a:r>
              <a:rPr lang="en-US" sz="3800" b="1" dirty="0">
                <a:latin typeface="Times New Roman" panose="02020603050405020304" pitchFamily="18" charset="0"/>
                <a:cs typeface="Times New Roman" panose="02020603050405020304" pitchFamily="18" charset="0"/>
              </a:rPr>
              <a:t>Abstract</a:t>
            </a:r>
            <a:endParaRPr lang="en-IN" sz="3800" b="1" dirty="0">
              <a:latin typeface="Times New Roman" panose="02020603050405020304" pitchFamily="18" charset="0"/>
              <a:cs typeface="Times New Roman" panose="02020603050405020304" pitchFamily="18" charset="0"/>
            </a:endParaRPr>
          </a:p>
        </p:txBody>
      </p:sp>
      <p:sp>
        <p:nvSpPr>
          <p:cNvPr id="3" name="Content Placeholder 2">
            <a:extLst>
              <a:ext uri="{FF2B5EF4-FFF2-40B4-BE49-F238E27FC236}">
                <a16:creationId xmlns:a16="http://schemas.microsoft.com/office/drawing/2014/main" id="{8467D7AA-6228-D9A6-0CD7-3183DA1A0579}"/>
              </a:ext>
            </a:extLst>
          </p:cNvPr>
          <p:cNvSpPr>
            <a:spLocks noGrp="1"/>
          </p:cNvSpPr>
          <p:nvPr>
            <p:ph idx="1"/>
          </p:nvPr>
        </p:nvSpPr>
        <p:spPr/>
        <p:txBody>
          <a:bodyPr>
            <a:normAutofit/>
          </a:bodyPr>
          <a:lstStyle/>
          <a:p>
            <a:pPr algn="just">
              <a:lnSpc>
                <a:spcPct val="150000"/>
              </a:lnSpc>
            </a:pPr>
            <a:r>
              <a:rPr lang="en-IN" sz="2000" dirty="0">
                <a:latin typeface="Times New Roman" panose="02020603050405020304" pitchFamily="18" charset="0"/>
                <a:cs typeface="Times New Roman" panose="02020603050405020304" pitchFamily="18" charset="0"/>
              </a:rPr>
              <a:t>The Development and Testing of a Role-Based Access Control System for a Clinic Appointment Scheduler aims to provide a secure and efficient appointment management system. The system assigns specific permissions to Admin, Doctor, Receptionist, and Patient based on their roles. It manages appointments, patient information, and user access. The system is developed and tested to ensure authorized access, prevent unauthorized actions, and protect sensitive clinic information from security threats.</a:t>
            </a:r>
          </a:p>
        </p:txBody>
      </p:sp>
      <p:pic>
        <p:nvPicPr>
          <p:cNvPr id="5" name="Picture 4">
            <a:extLst>
              <a:ext uri="{FF2B5EF4-FFF2-40B4-BE49-F238E27FC236}">
                <a16:creationId xmlns:a16="http://schemas.microsoft.com/office/drawing/2014/main" id="{DF27F9BA-B2D9-2675-5BAD-94C3C929EB7C}"/>
              </a:ext>
            </a:extLst>
          </p:cNvPr>
          <p:cNvPicPr>
            <a:picLocks noChangeAspect="1"/>
          </p:cNvPicPr>
          <p:nvPr/>
        </p:nvPicPr>
        <p:blipFill>
          <a:blip r:embed="rId2"/>
          <a:stretch>
            <a:fillRect/>
          </a:stretch>
        </p:blipFill>
        <p:spPr>
          <a:xfrm>
            <a:off x="0" y="0"/>
            <a:ext cx="1122363" cy="1122363"/>
          </a:xfrm>
          <a:prstGeom prst="rect">
            <a:avLst/>
          </a:prstGeom>
        </p:spPr>
      </p:pic>
      <p:pic>
        <p:nvPicPr>
          <p:cNvPr id="7" name="Picture 6">
            <a:extLst>
              <a:ext uri="{FF2B5EF4-FFF2-40B4-BE49-F238E27FC236}">
                <a16:creationId xmlns:a16="http://schemas.microsoft.com/office/drawing/2014/main" id="{3FB12D75-1BB3-C3A0-203C-27F9828F713A}"/>
              </a:ext>
            </a:extLst>
          </p:cNvPr>
          <p:cNvPicPr>
            <a:picLocks noChangeAspect="1"/>
          </p:cNvPicPr>
          <p:nvPr/>
        </p:nvPicPr>
        <p:blipFill>
          <a:blip r:embed="rId3"/>
          <a:stretch>
            <a:fillRect/>
          </a:stretch>
        </p:blipFill>
        <p:spPr>
          <a:xfrm>
            <a:off x="11421209" y="0"/>
            <a:ext cx="770792" cy="984242"/>
          </a:xfrm>
          <a:prstGeom prst="rect">
            <a:avLst/>
          </a:prstGeom>
        </p:spPr>
      </p:pic>
    </p:spTree>
    <p:extLst>
      <p:ext uri="{BB962C8B-B14F-4D97-AF65-F5344CB8AC3E}">
        <p14:creationId xmlns:p14="http://schemas.microsoft.com/office/powerpoint/2010/main" val="2595238980"/>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46</TotalTime>
  <Words>244</Words>
  <Application>Microsoft Office PowerPoint</Application>
  <PresentationFormat>Widescreen</PresentationFormat>
  <Paragraphs>17</Paragraphs>
  <Slides>4</Slides>
  <Notes>0</Notes>
  <HiddenSlides>0</HiddenSlides>
  <MMClips>0</MMClips>
  <ScaleCrop>false</ScaleCrop>
  <HeadingPairs>
    <vt:vector size="6" baseType="variant">
      <vt:variant>
        <vt:lpstr>Fonts Used</vt:lpstr>
      </vt:variant>
      <vt:variant>
        <vt:i4>4</vt:i4>
      </vt:variant>
      <vt:variant>
        <vt:lpstr>Theme</vt:lpstr>
      </vt:variant>
      <vt:variant>
        <vt:i4>1</vt:i4>
      </vt:variant>
      <vt:variant>
        <vt:lpstr>Slide Titles</vt:lpstr>
      </vt:variant>
      <vt:variant>
        <vt:i4>4</vt:i4>
      </vt:variant>
    </vt:vector>
  </HeadingPairs>
  <TitlesOfParts>
    <vt:vector size="9" baseType="lpstr">
      <vt:lpstr>Arial</vt:lpstr>
      <vt:lpstr>Calibri</vt:lpstr>
      <vt:lpstr>Calibri Light</vt:lpstr>
      <vt:lpstr>Times New Roman</vt:lpstr>
      <vt:lpstr>Office Theme</vt:lpstr>
      <vt:lpstr>Development of a Secure Clinic Appointment Scheduling System with Role-Based Access Control using Dynamic Systems Development Method</vt:lpstr>
      <vt:lpstr>Introduction</vt:lpstr>
      <vt:lpstr>Objective</vt:lpstr>
      <vt:lpstr>Abstract</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Pakala Vishwa nandan reddy</dc:creator>
  <cp:lastModifiedBy>N.Punith Kumar</cp:lastModifiedBy>
  <cp:revision>5</cp:revision>
  <dcterms:created xsi:type="dcterms:W3CDTF">2026-10-02T13:35:12Z</dcterms:created>
  <dcterms:modified xsi:type="dcterms:W3CDTF">2026-10-24T07:09:43Z</dcterms:modified>
</cp:coreProperties>
</file>